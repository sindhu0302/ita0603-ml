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5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C13D9-D8B4-1F9F-EFD2-CB4E9C56F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14E21-7A10-7A7B-5D7D-18BDED510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F8CC9-E184-FBF0-F11F-2F8A414B3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1C29-C3AB-4F69-AE67-BDA48211A2F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B8DAC-D604-6FBA-0101-11768418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3C161-7818-DE69-7656-7BECC6362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87AA-C1BB-4806-B78B-3F90DB0EE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603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4BDFC-CA7E-BFB6-F125-037200D01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3E79-A5D7-8A48-CEFE-C017937C6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FB707-3167-591C-A8C8-6621FAD7A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1C29-C3AB-4F69-AE67-BDA48211A2F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87A6E-67C0-C3B1-AE59-AA5D25C79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966E3-6979-761C-2220-2B684A3F1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87AA-C1BB-4806-B78B-3F90DB0EE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94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FA9AD-696A-9B79-C553-E0ECC346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247B9-B939-2CED-65E3-431F255B8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E2520-9BF7-3385-1CE1-F4A267566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1C29-C3AB-4F69-AE67-BDA48211A2F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C395B-A5D1-F7E3-33A5-5705379E7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385E6-A365-7AA6-ED39-43E4D640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87AA-C1BB-4806-B78B-3F90DB0EE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5696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71DA8-B395-506C-FA1C-D2AAB073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5FCD0-7533-FDB2-F91C-76F91BAD1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1215B-A6E0-0E65-9E1E-1C94CE529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D3E785-C9A5-4FEF-5D74-5F0E96200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1C29-C3AB-4F69-AE67-BDA48211A2F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27575-FC83-4BF8-DA63-03CC2AFA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FD617E-3827-D29C-D4B1-1E16C6C3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87AA-C1BB-4806-B78B-3F90DB0EE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24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06A8-E71C-D616-9C4B-2FF8687A5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A860F-A0E3-296F-E657-E589E6220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9BAABC-7F36-289F-5426-6EF447211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BD9C17-D76F-C849-1346-755B3F637D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743363-C1A6-DECA-A9C9-DDB6D352E7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D6E056-D1DF-6D90-9F97-DF4892E70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1C29-C3AB-4F69-AE67-BDA48211A2F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F4BD6C-7E70-935C-2CD1-A00426C32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FD7E77-76C6-F4C9-3771-813BDA4B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87AA-C1BB-4806-B78B-3F90DB0EE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489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D7766-7058-94EF-98DB-E63192F00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7598E5-ADE4-652F-D9EB-2F982886B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1C29-C3AB-4F69-AE67-BDA48211A2F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324BAA-7D25-50E4-75C9-D2993F1C3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508D6-151D-BE34-7B09-042D8DECF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87AA-C1BB-4806-B78B-3F90DB0EE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657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499E1B-76EC-CC23-8E66-296487D42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1C29-C3AB-4F69-AE67-BDA48211A2F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C4434F-0E8D-9291-AD9D-593C70D25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7C3D6-3214-5B88-343E-331E5524B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87AA-C1BB-4806-B78B-3F90DB0EE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247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9530F-A161-677B-62A3-EAB67DA58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C5691-A85B-4FE4-73B9-A4FDABC7A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94443-61E7-B5EC-6AEE-A09D8C353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77792-6713-AFE0-5EAD-EF63B464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1C29-C3AB-4F69-AE67-BDA48211A2F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85E9A-3B86-F113-A74A-18668758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93211-AEDF-D883-1DF9-9C51E6D59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87AA-C1BB-4806-B78B-3F90DB0EE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198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C0F6-2E78-2089-E7A4-FC2925DB6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73819B-285A-2740-1848-26DB8F4B48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92A24-3564-40CE-0E12-77272CBCB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46AEC-24D2-F452-3502-529D3D1A1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1C29-C3AB-4F69-AE67-BDA48211A2F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3227A-BADF-C488-4A24-3ECD1B089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8C593-4266-69A4-B000-5A13523B7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87AA-C1BB-4806-B78B-3F90DB0EE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713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49497-AB97-6155-DD2C-7F3087EE6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8A07A-704F-3FD8-19F4-28F9AFC0E3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6783E-B05D-618E-F380-97143D2D2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1C29-C3AB-4F69-AE67-BDA48211A2F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3BB25-FD7A-D691-4285-21AF1AA39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A18AA-C40D-C82A-7DD5-758A0067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87AA-C1BB-4806-B78B-3F90DB0EE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817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0D9ACB-1972-8E2B-76A4-241BD37136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0FA12-F435-0107-4408-2CEB79414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4F324-8EA2-A62D-6FC8-8178BF10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1C29-C3AB-4F69-AE67-BDA48211A2F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118D6-8109-765D-6650-6973F2BB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C6A0B3-7A72-A7A3-5C5C-8AE1B9443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87AA-C1BB-4806-B78B-3F90DB0EE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597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8DC059-D9D5-CFE0-894A-9CDAE30B3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6F67E3-4481-12B6-35AC-DACACB1ED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93E21-993D-C355-833E-7821385672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21C29-C3AB-4F69-AE67-BDA48211A2FB}" type="datetimeFigureOut">
              <a:rPr lang="en-IN" smtClean="0"/>
              <a:t>29-07-2026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3F9B1-011E-B92F-E45C-C07A7708AE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06A5F-AC31-ADDF-52F3-DA60E7234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3E87AA-C1BB-4806-B78B-3F90DB0EE2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109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DA12E-82DE-C9C6-135F-C759759C56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Learning: Improving Machine Learning Performance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FFA85C-067D-8421-4328-8098A8A44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76186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ITA0603 – Machine Learning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227A9A6-E9D8-5F44-47BF-862444C3ED5E}"/>
              </a:ext>
            </a:extLst>
          </p:cNvPr>
          <p:cNvSpPr txBox="1">
            <a:spLocks/>
          </p:cNvSpPr>
          <p:nvPr/>
        </p:nvSpPr>
        <p:spPr>
          <a:xfrm>
            <a:off x="64008" y="4672584"/>
            <a:ext cx="6031992" cy="1207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S. Ashok Kumar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0D3C1BE-2063-B46A-4A23-8598ADAED49D}"/>
              </a:ext>
            </a:extLst>
          </p:cNvPr>
          <p:cNvSpPr txBox="1">
            <a:spLocks/>
          </p:cNvSpPr>
          <p:nvPr/>
        </p:nvSpPr>
        <p:spPr>
          <a:xfrm>
            <a:off x="6096000" y="4672584"/>
            <a:ext cx="6031992" cy="1207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Sindhu (192424197)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95BBFD-DDB2-4373-474F-CAF33F7C9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452" y="91049"/>
            <a:ext cx="8007096" cy="10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288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57D41-6E32-FB3A-84B7-49C8243DB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Ensemble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22C6E-A0F4-C8CF-E16A-0966EC05F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Ensemble Learning?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 is a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technique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that combines the predictions of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machine learning models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(called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learners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or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learners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produce a 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single, stronger, and more accurate prediction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relying on one model, Ensemble Learning integrates the outputs of several models, making the final prediction more reliable and robust.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"Many models working together perform better than a single model."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35F1A4-15C7-4BA7-C101-1CA99F7A7D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9817"/>
          <a:stretch>
            <a:fillRect/>
          </a:stretch>
        </p:blipFill>
        <p:spPr>
          <a:xfrm>
            <a:off x="430530" y="365125"/>
            <a:ext cx="815340" cy="10313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CBDF73-17C6-A04C-7A3B-4C2A157969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23" r="34088"/>
          <a:stretch>
            <a:fillRect/>
          </a:stretch>
        </p:blipFill>
        <p:spPr>
          <a:xfrm>
            <a:off x="10777728" y="365125"/>
            <a:ext cx="1152144" cy="10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8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DAD4D-1B82-F23F-4A4A-662E8D840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Ensemble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DD8A9-88EA-58C6-DB1D-3110ECBD9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85610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a Single Model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accuracy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bias or variance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Unstable predictions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748345-A355-77C2-9F28-2DEB37708A8C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285610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Ensemble Learning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accuracy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reliability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errors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generalization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FF1C78-AFE7-813B-BBED-CEA0D45677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9817"/>
          <a:stretch>
            <a:fillRect/>
          </a:stretch>
        </p:blipFill>
        <p:spPr>
          <a:xfrm>
            <a:off x="430530" y="365125"/>
            <a:ext cx="815340" cy="10313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31A5B4-BAE7-D707-63CC-F49A86F787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23" r="34088"/>
          <a:stretch>
            <a:fillRect/>
          </a:stretch>
        </p:blipFill>
        <p:spPr>
          <a:xfrm>
            <a:off x="10777728" y="365125"/>
            <a:ext cx="1152144" cy="10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550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EC033-3640-FA18-E54D-4B9104BC8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C8A96-0B8B-D477-8EC6-7618E1AF5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Ensemble Learning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128FF8-AA8D-6FEC-7C56-3D3093DAF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176" y="1552956"/>
            <a:ext cx="5577840" cy="27889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F2F6CE-ECE0-98A6-3C82-21164B55C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48" y="1552956"/>
            <a:ext cx="5302376" cy="26511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CBC381-F6A7-F1BA-FEB5-E8EC41ED6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642" y="4287028"/>
            <a:ext cx="4970716" cy="24853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DA0BA1-E952-575F-07C5-FB53B3FEC8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9817"/>
          <a:stretch>
            <a:fillRect/>
          </a:stretch>
        </p:blipFill>
        <p:spPr>
          <a:xfrm>
            <a:off x="430530" y="365125"/>
            <a:ext cx="815340" cy="10313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C69B76-6FB2-364D-B367-94AA45A215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1523" r="34088"/>
          <a:stretch>
            <a:fillRect/>
          </a:stretch>
        </p:blipFill>
        <p:spPr>
          <a:xfrm>
            <a:off x="10777728" y="365125"/>
            <a:ext cx="1152144" cy="10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92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D0F75-4750-5918-6D13-D2CD20029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A562-87C1-6A7C-A595-1CFE2FDA5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Ensemble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82957-067C-EE93-05A9-F2C15F1ED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5334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Random Forest (Bagging)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is an ensemble algorithm that uses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Decision Trees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make predictions.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multiple Decision Trees.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tree makes its own prediction.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result is based on majority voting.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BCAB1-6F4E-F240-272D-A07E67EDB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26196"/>
            <a:ext cx="5763768" cy="28818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ABBB60-CC5E-D706-B370-BCC802CA2B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9817"/>
          <a:stretch>
            <a:fillRect/>
          </a:stretch>
        </p:blipFill>
        <p:spPr>
          <a:xfrm>
            <a:off x="430530" y="365125"/>
            <a:ext cx="815340" cy="10313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0F19F7-E282-A1B7-831D-216F1476BD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23" r="34088"/>
          <a:stretch>
            <a:fillRect/>
          </a:stretch>
        </p:blipFill>
        <p:spPr>
          <a:xfrm>
            <a:off x="10777728" y="365125"/>
            <a:ext cx="1152144" cy="10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6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25AA4-12C6-6B76-A1C5-C68DE5590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EA7A1-71DE-5634-93CC-531DB699F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Ensemble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C7C62-11B8-2288-9A7A-2EC316115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41537"/>
            <a:ext cx="5334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AdaBoost (Boosting)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AdaBoost is an ensemble algorithm that combines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learners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build a strong model.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one model at a time.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new model corrects the mistakes of the previous model.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prediction is made using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voting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F6CAE5-A8D3-5D03-6EE6-28520D43F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2399983"/>
            <a:ext cx="5724144" cy="28620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985532-5CA1-4E8B-B6B1-2B17EC4D89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9817"/>
          <a:stretch>
            <a:fillRect/>
          </a:stretch>
        </p:blipFill>
        <p:spPr>
          <a:xfrm>
            <a:off x="430530" y="365125"/>
            <a:ext cx="815340" cy="10313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309DBA-6AD4-99C4-8F92-6739C4F8A0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523" r="34088"/>
          <a:stretch>
            <a:fillRect/>
          </a:stretch>
        </p:blipFill>
        <p:spPr>
          <a:xfrm>
            <a:off x="10777728" y="365125"/>
            <a:ext cx="1152144" cy="10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74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4C12A-3904-A91F-FF69-A5ED85550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Advantages, Limitations &amp;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ECE02-4502-CBF1-3E7C-8B86DF911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255435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accuracy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overfitting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prediction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reliable results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with large datasets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010719-B3F6-8B2F-3712-469FB826B963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25543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more training time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more memory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than a single model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computational cost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56F7D42-EE04-206F-C2C5-68B2108E6107}"/>
              </a:ext>
            </a:extLst>
          </p:cNvPr>
          <p:cNvSpPr txBox="1">
            <a:spLocks/>
          </p:cNvSpPr>
          <p:nvPr/>
        </p:nvSpPr>
        <p:spPr>
          <a:xfrm>
            <a:off x="838200" y="4596700"/>
            <a:ext cx="10515600" cy="17492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Healthcare – Disease prediction       • Banking – Fraud detection       • Email – Spam detection 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• E-commerce – Product recommendation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840548-9CCA-D8B0-B1C5-09E3062B74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9817"/>
          <a:stretch>
            <a:fillRect/>
          </a:stretch>
        </p:blipFill>
        <p:spPr>
          <a:xfrm>
            <a:off x="430530" y="365125"/>
            <a:ext cx="815340" cy="10313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FF63A8-5883-7D7B-3458-B006510E6B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23" r="34088"/>
          <a:stretch>
            <a:fillRect/>
          </a:stretch>
        </p:blipFill>
        <p:spPr>
          <a:xfrm>
            <a:off x="10777728" y="365125"/>
            <a:ext cx="1152144" cy="10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98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58F37-3384-4ED2-5F0D-178E0859B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07740-80D6-E8A1-5478-476F3C948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Learning combines multiple models to improve prediction accuracy.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more reliable and stable results than a single model.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 main techniques are 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Bagging, Boosting, and Stacking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healthcare, banking, e-commerce, and many other fields.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larger and real-time datasets.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more accurate and faster models.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with Deep Learning techniques.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in advanced AI applications like self-driving cars and smart healthcare.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efficiency and interpretability.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0060D-125C-66C5-A24A-EED4D99D5B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9817"/>
          <a:stretch>
            <a:fillRect/>
          </a:stretch>
        </p:blipFill>
        <p:spPr>
          <a:xfrm>
            <a:off x="430530" y="365125"/>
            <a:ext cx="815340" cy="1031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6F2D81-B9E7-2EAA-8922-77299EC4F8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523" r="34088"/>
          <a:stretch>
            <a:fillRect/>
          </a:stretch>
        </p:blipFill>
        <p:spPr>
          <a:xfrm>
            <a:off x="10777728" y="365125"/>
            <a:ext cx="1152144" cy="103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569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407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Ensemble Learning: Improving Machine Learning Performance</vt:lpstr>
      <vt:lpstr>Introduction to Ensemble Learning</vt:lpstr>
      <vt:lpstr>Need for Ensemble Learning</vt:lpstr>
      <vt:lpstr>Types of Ensemble Learning</vt:lpstr>
      <vt:lpstr>Popular Ensemble Algorithms</vt:lpstr>
      <vt:lpstr>Popular Ensemble Algorithms</vt:lpstr>
      <vt:lpstr>Advantages, Limitations &amp;  Applications</vt:lpstr>
      <vt:lpstr>Conclusion and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Sindhu Dilli</dc:creator>
  <cp:lastModifiedBy>Sindhu Dilli</cp:lastModifiedBy>
  <cp:revision>2</cp:revision>
  <dcterms:created xsi:type="dcterms:W3CDTF">2026-07-29T05:15:55Z</dcterms:created>
  <dcterms:modified xsi:type="dcterms:W3CDTF">2026-07-29T06:14:52Z</dcterms:modified>
</cp:coreProperties>
</file>